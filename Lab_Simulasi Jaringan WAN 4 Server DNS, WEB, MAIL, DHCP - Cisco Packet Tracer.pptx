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339" r:id="rId2"/>
    <p:sldId id="411" r:id="rId3"/>
    <p:sldId id="413" r:id="rId4"/>
    <p:sldId id="412" r:id="rId5"/>
    <p:sldId id="34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nuel Fradinho" initials="M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2C01"/>
    <a:srgbClr val="FF40FF"/>
    <a:srgbClr val="00B2A5"/>
    <a:srgbClr val="00FDFF"/>
    <a:srgbClr val="00D9C7"/>
    <a:srgbClr val="73F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=""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60584" autoAdjust="0"/>
  </p:normalViewPr>
  <p:slideViewPr>
    <p:cSldViewPr snapToGrid="0">
      <p:cViewPr>
        <p:scale>
          <a:sx n="90" d="100"/>
          <a:sy n="90" d="100"/>
        </p:scale>
        <p:origin x="66" y="-2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A3E45-57A9-44A4-8D02-ECC452318D6C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32A1-099D-4B50-B749-7C373A0D8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4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 Up Ubuntu 20 Server on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VirtualBox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Node.js App</a:t>
            </a:r>
          </a:p>
          <a:p>
            <a:r>
              <a:rPr lang="en-US" dirty="0" smtClean="0"/>
              <a:t>https://github.com/NawalAShaltout/OS-02-/tree/main/Lab-03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03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44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0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5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1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1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3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CD25-4015-481E-94C9-A931395C8E3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290" y="549166"/>
            <a:ext cx="1980634" cy="12623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4"/>
          <a:srcRect l="8646" t="12924" r="16013" b="9596"/>
          <a:stretch/>
        </p:blipFill>
        <p:spPr>
          <a:xfrm>
            <a:off x="348892" y="2278144"/>
            <a:ext cx="1209868" cy="1244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5"/>
          <a:srcRect t="31519" b="32047"/>
          <a:stretch/>
        </p:blipFill>
        <p:spPr>
          <a:xfrm>
            <a:off x="478321" y="2904448"/>
            <a:ext cx="1018759" cy="323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070" y="1596944"/>
            <a:ext cx="1896069" cy="2133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477502" y="1251268"/>
            <a:ext cx="976966" cy="369285"/>
            <a:chOff x="4853562" y="1589418"/>
            <a:chExt cx="2609520" cy="129156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431212" y="1225859"/>
            <a:ext cx="336493" cy="171515"/>
            <a:chOff x="7439031" y="1585639"/>
            <a:chExt cx="2143740" cy="996849"/>
          </a:xfrm>
          <a:solidFill>
            <a:schemeClr val="accent6"/>
          </a:solidFill>
        </p:grpSpPr>
        <p:sp>
          <p:nvSpPr>
            <p:cNvPr id="11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439031" y="1585639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133" dirty="0"/>
            </a:p>
          </p:txBody>
        </p:sp>
        <p:sp>
          <p:nvSpPr>
            <p:cNvPr id="12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174174" y="1963600"/>
              <a:ext cx="443936" cy="326799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 txBox="1">
            <a:spLocks/>
          </p:cNvSpPr>
          <p:nvPr/>
        </p:nvSpPr>
        <p:spPr>
          <a:xfrm>
            <a:off x="469976" y="1256395"/>
            <a:ext cx="365801" cy="125217"/>
          </a:xfrm>
          <a:prstGeom prst="rect">
            <a:avLst/>
          </a:prstGeom>
        </p:spPr>
        <p:txBody>
          <a:bodyPr vert="horz" lIns="81280" tIns="40640" rIns="81280" bIns="4064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2" dirty="0">
                <a:solidFill>
                  <a:srgbClr val="7030A0"/>
                </a:solidFill>
              </a:rPr>
              <a:t>PDS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9692" y="1368919"/>
            <a:ext cx="195549" cy="27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964" y="1347118"/>
            <a:ext cx="268890" cy="2554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583" y="1380076"/>
            <a:ext cx="262872" cy="2531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 txBox="1">
            <a:spLocks/>
          </p:cNvSpPr>
          <p:nvPr/>
        </p:nvSpPr>
        <p:spPr>
          <a:xfrm>
            <a:off x="258279" y="1456524"/>
            <a:ext cx="1837447" cy="261117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867" dirty="0">
                <a:solidFill>
                  <a:schemeClr val="accent1">
                    <a:lumMod val="75000"/>
                  </a:schemeClr>
                </a:solidFill>
              </a:rPr>
              <a:t>Computer </a:t>
            </a:r>
            <a:r>
              <a:rPr lang="en-US" sz="1867" dirty="0">
                <a:solidFill>
                  <a:srgbClr val="00B0F0"/>
                </a:solidFill>
              </a:rPr>
              <a:t>Vision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6403824" y="4344608"/>
            <a:ext cx="3825765" cy="451201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33" b="1" dirty="0">
                <a:solidFill>
                  <a:schemeClr val="bg1">
                    <a:lumMod val="75000"/>
                  </a:schemeClr>
                </a:solidFill>
              </a:rPr>
              <a:t>@ P. </a:t>
            </a:r>
            <a:r>
              <a:rPr lang="en-US" sz="2133" b="1" dirty="0" err="1">
                <a:solidFill>
                  <a:schemeClr val="bg1">
                    <a:lumMod val="75000"/>
                  </a:schemeClr>
                </a:solidFill>
              </a:rPr>
              <a:t>Siagian</a:t>
            </a:r>
            <a:endParaRPr lang="en-US" sz="2133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56505" y="2183132"/>
            <a:ext cx="849374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32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Simulasi</a:t>
            </a:r>
            <a:r>
              <a:rPr lang="en-ID" sz="32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32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Jaringan</a:t>
            </a:r>
            <a:r>
              <a:rPr lang="en-ID" sz="32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WAN 4 Server DNS, WEB, MAIL, DHCP - Cisco Packet Tracer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2095726" y="6297133"/>
            <a:ext cx="48604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https://www.youtube.com/watch?v=4v7vCZ1p6EI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27130" y="5958533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16325" y="5820034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1490" y="6097033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09530" y="6235532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05022" y="6350948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6690" y="6481799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8892" y="4129552"/>
            <a:ext cx="8493747" cy="1231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D" sz="3200" dirty="0" err="1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Youtube</a:t>
            </a:r>
            <a:r>
              <a:rPr lang="en-ID" sz="32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: </a:t>
            </a:r>
            <a:r>
              <a:rPr lang="en-ID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https://www.youtube.com/@AmelCharoline </a:t>
            </a:r>
            <a:endParaRPr lang="en-ID" sz="1200" dirty="0" smtClean="0">
              <a:solidFill>
                <a:schemeClr val="accent5">
                  <a:lumMod val="60000"/>
                  <a:lumOff val="40000"/>
                </a:schemeClr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Arial" panose="020B0604020202020204" pitchFamily="34" charset="0"/>
            </a:endParaRPr>
          </a:p>
          <a:p>
            <a:r>
              <a:rPr lang="en-ID" sz="1400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Part 1-Simulasi </a:t>
            </a:r>
            <a:r>
              <a:rPr lang="en-ID" sz="14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Jaringan</a:t>
            </a:r>
            <a:r>
              <a:rPr lang="en-ID" sz="14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WAN 4 Server DNS, WEB, MAIL, DHCP - Cisco Packet </a:t>
            </a:r>
            <a:r>
              <a:rPr lang="en-ID" sz="1400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Tracer.MP4</a:t>
            </a:r>
          </a:p>
          <a:p>
            <a:r>
              <a:rPr lang="en-ID" sz="14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Part </a:t>
            </a:r>
            <a:r>
              <a:rPr lang="en-ID" sz="1400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2-Simulasi </a:t>
            </a:r>
            <a:r>
              <a:rPr lang="en-ID" sz="14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Jaringan</a:t>
            </a:r>
            <a:r>
              <a:rPr lang="en-ID" sz="14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WAN 4 Server DNS, WEB, MAIL, DHCP - Cisco Packet Tracer.MP4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1683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132" y="173397"/>
            <a:ext cx="10515600" cy="739056"/>
          </a:xfrm>
        </p:spPr>
        <p:txBody>
          <a:bodyPr>
            <a:normAutofit/>
          </a:bodyPr>
          <a:lstStyle/>
          <a:p>
            <a:r>
              <a:rPr lang="en-ID" sz="16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Jaringan</a:t>
            </a:r>
            <a:r>
              <a:rPr lang="en-ID" sz="16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WAN 4 Server DNS, WEB, MAIL, DHCP - Cisco Packet Tracer</a:t>
            </a: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824" y="3999568"/>
            <a:ext cx="2343426" cy="26366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7195" y="2066925"/>
            <a:ext cx="1334684" cy="20342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987" y="1171722"/>
            <a:ext cx="7490844" cy="42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8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2672" y="215114"/>
            <a:ext cx="11638961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Youtube</a:t>
            </a:r>
            <a:r>
              <a:rPr lang="en-ID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: </a:t>
            </a:r>
            <a:r>
              <a:rPr lang="en-ID" sz="900" dirty="0">
                <a:solidFill>
                  <a:schemeClr val="accent5">
                    <a:lumMod val="60000"/>
                    <a:lumOff val="40000"/>
                  </a:schemeClr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https://www.youtube.com/@AmelCharoline </a:t>
            </a:r>
          </a:p>
          <a:p>
            <a:r>
              <a:rPr lang="en-ID" sz="10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Part 1-Simulasi </a:t>
            </a:r>
            <a:r>
              <a:rPr lang="en-ID" sz="10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Jaringan</a:t>
            </a:r>
            <a:r>
              <a:rPr lang="en-ID" sz="10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WAN 4 Server DNS, WEB, MAIL, DHCP - Cisco Packet Tracer.MP4</a:t>
            </a:r>
          </a:p>
          <a:p>
            <a:r>
              <a:rPr lang="en-ID" sz="10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Part 2-Simulasi </a:t>
            </a:r>
            <a:r>
              <a:rPr lang="en-ID" sz="10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Jaringan</a:t>
            </a:r>
            <a:r>
              <a:rPr lang="en-ID" sz="10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WAN 4 Server DNS, WEB, MAIL, DHCP - Cisco Packet Tracer.MP4</a:t>
            </a:r>
            <a:endParaRPr lang="en-US" sz="1000" dirty="0"/>
          </a:p>
          <a:p>
            <a:endParaRPr lang="en-US" sz="1000" dirty="0"/>
          </a:p>
          <a:p>
            <a:pPr algn="just"/>
            <a:endParaRPr lang="en-US" sz="1000" dirty="0" smtClean="0"/>
          </a:p>
          <a:p>
            <a:pPr algn="just"/>
            <a:r>
              <a:rPr lang="en-US" sz="1000" dirty="0" err="1" smtClean="0"/>
              <a:t>Simulasi</a:t>
            </a:r>
            <a:r>
              <a:rPr lang="en-US" sz="1000" dirty="0" smtClean="0"/>
              <a:t> </a:t>
            </a:r>
            <a:r>
              <a:rPr lang="en-US" sz="1000" dirty="0" err="1"/>
              <a:t>jaringan</a:t>
            </a:r>
            <a:r>
              <a:rPr lang="en-US" sz="1000" dirty="0"/>
              <a:t> WAN di Cisco Packet Tracer </a:t>
            </a:r>
            <a:r>
              <a:rPr lang="en-US" sz="1000" dirty="0" err="1"/>
              <a:t>melibatkan</a:t>
            </a:r>
            <a:r>
              <a:rPr lang="en-US" sz="1000" dirty="0"/>
              <a:t> </a:t>
            </a:r>
            <a:r>
              <a:rPr lang="en-US" sz="1000" dirty="0" err="1"/>
              <a:t>dua</a:t>
            </a:r>
            <a:r>
              <a:rPr lang="en-US" sz="1000" dirty="0"/>
              <a:t> router (</a:t>
            </a:r>
            <a:r>
              <a:rPr lang="en-US" sz="1000" dirty="0" err="1"/>
              <a:t>contoh</a:t>
            </a:r>
            <a:r>
              <a:rPr lang="en-US" sz="1000" dirty="0"/>
              <a:t>: PT-Router) yang </a:t>
            </a:r>
            <a:r>
              <a:rPr lang="en-US" sz="1000" dirty="0" err="1"/>
              <a:t>dihubungkan</a:t>
            </a:r>
            <a:r>
              <a:rPr lang="en-US" sz="1000" dirty="0"/>
              <a:t> via </a:t>
            </a:r>
            <a:r>
              <a:rPr lang="en-US" sz="1000" dirty="0" err="1"/>
              <a:t>kabel</a:t>
            </a:r>
            <a:r>
              <a:rPr lang="en-US" sz="1000" dirty="0"/>
              <a:t> serial, </a:t>
            </a:r>
            <a:r>
              <a:rPr lang="en-US" sz="1000" dirty="0" err="1"/>
              <a:t>menggunakan</a:t>
            </a:r>
            <a:r>
              <a:rPr lang="en-US" sz="1000" dirty="0"/>
              <a:t> </a:t>
            </a:r>
            <a:r>
              <a:rPr lang="en-US" sz="1000" dirty="0" err="1"/>
              <a:t>teknik</a:t>
            </a:r>
            <a:r>
              <a:rPr lang="en-US" sz="1000" dirty="0"/>
              <a:t> routing (static/RIP/OSPF). </a:t>
            </a:r>
            <a:r>
              <a:rPr lang="en-US" sz="1000" dirty="0" err="1"/>
              <a:t>Setiap</a:t>
            </a:r>
            <a:r>
              <a:rPr lang="en-US" sz="1000" dirty="0"/>
              <a:t> </a:t>
            </a:r>
            <a:r>
              <a:rPr lang="en-US" sz="1000" dirty="0" err="1"/>
              <a:t>sisi</a:t>
            </a:r>
            <a:r>
              <a:rPr lang="en-US" sz="1000" dirty="0"/>
              <a:t> router </a:t>
            </a:r>
            <a:r>
              <a:rPr lang="en-US" sz="1000" dirty="0" err="1"/>
              <a:t>terhubung</a:t>
            </a:r>
            <a:r>
              <a:rPr lang="en-US" sz="1000" dirty="0"/>
              <a:t> </a:t>
            </a:r>
            <a:r>
              <a:rPr lang="en-US" sz="1000" dirty="0" err="1"/>
              <a:t>ke</a:t>
            </a:r>
            <a:r>
              <a:rPr lang="en-US" sz="1000" dirty="0"/>
              <a:t> Switch </a:t>
            </a:r>
            <a:r>
              <a:rPr lang="en-US" sz="1000" dirty="0" err="1"/>
              <a:t>dan</a:t>
            </a:r>
            <a:r>
              <a:rPr lang="en-US" sz="1000" dirty="0"/>
              <a:t> 4 Server (DNS, Web, Mail, DHCP). DHCP </a:t>
            </a:r>
            <a:r>
              <a:rPr lang="en-US" sz="1000" dirty="0" err="1"/>
              <a:t>memberikan</a:t>
            </a:r>
            <a:r>
              <a:rPr lang="en-US" sz="1000" dirty="0"/>
              <a:t> IP </a:t>
            </a:r>
            <a:r>
              <a:rPr lang="en-US" sz="1000" dirty="0" err="1"/>
              <a:t>otomatis</a:t>
            </a:r>
            <a:r>
              <a:rPr lang="en-US" sz="1000" dirty="0"/>
              <a:t>, DNS </a:t>
            </a:r>
            <a:r>
              <a:rPr lang="en-US" sz="1000" dirty="0" err="1"/>
              <a:t>memetakan</a:t>
            </a:r>
            <a:r>
              <a:rPr lang="en-US" sz="1000" dirty="0"/>
              <a:t> domain </a:t>
            </a:r>
            <a:r>
              <a:rPr lang="en-US" sz="1000" dirty="0" err="1"/>
              <a:t>ke</a:t>
            </a:r>
            <a:r>
              <a:rPr lang="en-US" sz="1000" dirty="0"/>
              <a:t> IP, Web </a:t>
            </a:r>
            <a:r>
              <a:rPr lang="en-US" sz="1000" dirty="0" err="1"/>
              <a:t>menampilkan</a:t>
            </a:r>
            <a:r>
              <a:rPr lang="en-US" sz="1000" dirty="0"/>
              <a:t> HTTP, </a:t>
            </a:r>
            <a:r>
              <a:rPr lang="en-US" sz="1000" dirty="0" err="1"/>
              <a:t>dan</a:t>
            </a:r>
            <a:r>
              <a:rPr lang="en-US" sz="1000" dirty="0"/>
              <a:t> Mail </a:t>
            </a:r>
            <a:r>
              <a:rPr lang="en-US" sz="1000" dirty="0" err="1"/>
              <a:t>melayani</a:t>
            </a:r>
            <a:r>
              <a:rPr lang="en-US" sz="1000" dirty="0"/>
              <a:t> SMTP/POP3. </a:t>
            </a:r>
          </a:p>
          <a:p>
            <a:r>
              <a:rPr lang="en-US" sz="1000" dirty="0" err="1" smtClean="0"/>
              <a:t>Membangun</a:t>
            </a:r>
            <a:r>
              <a:rPr lang="en-US" sz="1000" dirty="0" smtClean="0"/>
              <a:t> </a:t>
            </a:r>
            <a:r>
              <a:rPr lang="en-US" sz="1000" dirty="0" err="1" smtClean="0"/>
              <a:t>simulasi</a:t>
            </a:r>
            <a:r>
              <a:rPr lang="en-US" sz="1000" dirty="0" smtClean="0"/>
              <a:t>:</a:t>
            </a:r>
            <a:endParaRPr lang="en-US" sz="1000" dirty="0"/>
          </a:p>
          <a:p>
            <a:r>
              <a:rPr lang="en-US" sz="1000" dirty="0"/>
              <a:t>1. </a:t>
            </a:r>
            <a:r>
              <a:rPr lang="en-US" sz="1000" dirty="0" err="1"/>
              <a:t>Topologi</a:t>
            </a:r>
            <a:r>
              <a:rPr lang="en-US" sz="1000" dirty="0"/>
              <a:t> </a:t>
            </a:r>
            <a:r>
              <a:rPr lang="en-US" sz="1000" dirty="0" err="1"/>
              <a:t>Jaringan</a:t>
            </a:r>
            <a:r>
              <a:rPr lang="en-US" sz="1000" dirty="0"/>
              <a:t> </a:t>
            </a:r>
          </a:p>
          <a:p>
            <a:r>
              <a:rPr lang="en-US" sz="1000" dirty="0" smtClean="0"/>
              <a:t>	</a:t>
            </a:r>
            <a:r>
              <a:rPr lang="en-US" sz="1000" dirty="0" err="1" smtClean="0"/>
              <a:t>Perangkat</a:t>
            </a:r>
            <a:r>
              <a:rPr lang="en-US" sz="1000" dirty="0"/>
              <a:t>: 2 Router, 2 Switch, 4 Server, 2-4 PC/Client.</a:t>
            </a:r>
          </a:p>
          <a:p>
            <a:r>
              <a:rPr lang="en-US" sz="1000" dirty="0" smtClean="0"/>
              <a:t>	</a:t>
            </a:r>
            <a:r>
              <a:rPr lang="en-US" sz="1000" dirty="0" err="1" smtClean="0"/>
              <a:t>Koneksi</a:t>
            </a:r>
            <a:r>
              <a:rPr lang="en-US" sz="1000" dirty="0"/>
              <a:t>:</a:t>
            </a:r>
          </a:p>
          <a:p>
            <a:r>
              <a:rPr lang="en-US" sz="1000" dirty="0" smtClean="0"/>
              <a:t>	    - Router </a:t>
            </a:r>
            <a:r>
              <a:rPr lang="en-US" sz="1000" dirty="0"/>
              <a:t>1 </a:t>
            </a:r>
            <a:r>
              <a:rPr lang="en-US" sz="1000" dirty="0" err="1"/>
              <a:t>ke</a:t>
            </a:r>
            <a:r>
              <a:rPr lang="en-US" sz="1000" dirty="0"/>
              <a:t> Router 2: </a:t>
            </a:r>
            <a:r>
              <a:rPr lang="en-US" sz="1000" dirty="0" err="1"/>
              <a:t>Kabel</a:t>
            </a:r>
            <a:r>
              <a:rPr lang="en-US" sz="1000" dirty="0"/>
              <a:t> Serial (DCE/DTE) - WAN.</a:t>
            </a:r>
          </a:p>
          <a:p>
            <a:r>
              <a:rPr lang="en-US" sz="1000" dirty="0" smtClean="0"/>
              <a:t>	    - Router </a:t>
            </a:r>
            <a:r>
              <a:rPr lang="en-US" sz="1000" dirty="0" err="1"/>
              <a:t>ke</a:t>
            </a:r>
            <a:r>
              <a:rPr lang="en-US" sz="1000" dirty="0"/>
              <a:t> Switch: </a:t>
            </a:r>
            <a:r>
              <a:rPr lang="en-US" sz="1000" dirty="0" err="1"/>
              <a:t>Kabel</a:t>
            </a:r>
            <a:r>
              <a:rPr lang="en-US" sz="1000" dirty="0"/>
              <a:t> Straight-Through.</a:t>
            </a:r>
          </a:p>
          <a:p>
            <a:r>
              <a:rPr lang="en-US" sz="1000" dirty="0" smtClean="0"/>
              <a:t>	    - Switch </a:t>
            </a:r>
            <a:r>
              <a:rPr lang="en-US" sz="1000" dirty="0" err="1"/>
              <a:t>ke</a:t>
            </a:r>
            <a:r>
              <a:rPr lang="en-US" sz="1000" dirty="0"/>
              <a:t> Server/PC: </a:t>
            </a:r>
            <a:r>
              <a:rPr lang="en-US" sz="1000" dirty="0" err="1"/>
              <a:t>Kabel</a:t>
            </a:r>
            <a:r>
              <a:rPr lang="en-US" sz="1000" dirty="0"/>
              <a:t> Straight-Through. </a:t>
            </a:r>
          </a:p>
          <a:p>
            <a:r>
              <a:rPr lang="en-US" sz="1000" dirty="0"/>
              <a:t>2. </a:t>
            </a:r>
            <a:r>
              <a:rPr lang="en-US" sz="1000" dirty="0" err="1"/>
              <a:t>Konfigurasi</a:t>
            </a:r>
            <a:r>
              <a:rPr lang="en-US" sz="1000" dirty="0"/>
              <a:t> </a:t>
            </a:r>
            <a:r>
              <a:rPr lang="en-US" sz="1000" dirty="0" err="1"/>
              <a:t>Alamat</a:t>
            </a:r>
            <a:r>
              <a:rPr lang="en-US" sz="1000" dirty="0"/>
              <a:t> IP (IP Address) </a:t>
            </a:r>
          </a:p>
          <a:p>
            <a:r>
              <a:rPr lang="en-US" sz="1000" dirty="0" smtClean="0"/>
              <a:t>	- </a:t>
            </a:r>
            <a:r>
              <a:rPr lang="en-US" sz="1000" dirty="0" err="1" smtClean="0"/>
              <a:t>Dua</a:t>
            </a:r>
            <a:r>
              <a:rPr lang="en-US" sz="1000" dirty="0" smtClean="0"/>
              <a:t> </a:t>
            </a:r>
            <a:r>
              <a:rPr lang="en-US" sz="1000" dirty="0" err="1"/>
              <a:t>segmen</a:t>
            </a:r>
            <a:r>
              <a:rPr lang="en-US" sz="1000" dirty="0"/>
              <a:t> </a:t>
            </a:r>
            <a:r>
              <a:rPr lang="en-US" sz="1000" dirty="0" err="1"/>
              <a:t>jaringan</a:t>
            </a:r>
            <a:r>
              <a:rPr lang="en-US" sz="1000" dirty="0"/>
              <a:t> </a:t>
            </a:r>
            <a:r>
              <a:rPr lang="en-US" sz="1000" dirty="0" err="1"/>
              <a:t>berbeda</a:t>
            </a:r>
            <a:r>
              <a:rPr lang="en-US" sz="1000" dirty="0"/>
              <a:t> </a:t>
            </a:r>
            <a:r>
              <a:rPr lang="en-US" sz="1000" dirty="0" err="1"/>
              <a:t>untuk</a:t>
            </a:r>
            <a:r>
              <a:rPr lang="en-US" sz="1000" dirty="0"/>
              <a:t> LAN 1 (</a:t>
            </a:r>
            <a:r>
              <a:rPr lang="en-US" sz="1000" dirty="0" err="1"/>
              <a:t>misal</a:t>
            </a:r>
            <a:r>
              <a:rPr lang="en-US" sz="1000" dirty="0"/>
              <a:t>: 192.168.1.0/24) </a:t>
            </a:r>
            <a:r>
              <a:rPr lang="en-US" sz="1000" dirty="0" err="1"/>
              <a:t>dan</a:t>
            </a:r>
            <a:r>
              <a:rPr lang="en-US" sz="1000" dirty="0"/>
              <a:t> LAN 2 (</a:t>
            </a:r>
            <a:r>
              <a:rPr lang="en-US" sz="1000" dirty="0" err="1"/>
              <a:t>misal</a:t>
            </a:r>
            <a:r>
              <a:rPr lang="en-US" sz="1000" dirty="0"/>
              <a:t>: 192.168.2.0/24).</a:t>
            </a:r>
          </a:p>
          <a:p>
            <a:r>
              <a:rPr lang="en-US" sz="1000" dirty="0" smtClean="0"/>
              <a:t>	- </a:t>
            </a:r>
            <a:r>
              <a:rPr lang="en-US" sz="1000" dirty="0" err="1" smtClean="0"/>
              <a:t>Hubungkan</a:t>
            </a:r>
            <a:r>
              <a:rPr lang="en-US" sz="1000" dirty="0" smtClean="0"/>
              <a:t> </a:t>
            </a:r>
            <a:r>
              <a:rPr lang="en-US" sz="1000" dirty="0" err="1"/>
              <a:t>kedua</a:t>
            </a:r>
            <a:r>
              <a:rPr lang="en-US" sz="1000" dirty="0"/>
              <a:t> router </a:t>
            </a:r>
            <a:r>
              <a:rPr lang="en-US" sz="1000" dirty="0" err="1"/>
              <a:t>menggunakan</a:t>
            </a:r>
            <a:r>
              <a:rPr lang="en-US" sz="1000" dirty="0"/>
              <a:t> </a:t>
            </a:r>
            <a:r>
              <a:rPr lang="en-US" sz="1000" dirty="0" err="1"/>
              <a:t>segmen</a:t>
            </a:r>
            <a:r>
              <a:rPr lang="en-US" sz="1000" dirty="0"/>
              <a:t> IP WAN (</a:t>
            </a:r>
            <a:r>
              <a:rPr lang="en-US" sz="1000" dirty="0" err="1"/>
              <a:t>misal</a:t>
            </a:r>
            <a:r>
              <a:rPr lang="en-US" sz="1000" dirty="0"/>
              <a:t>: 10.10.10.0/30).</a:t>
            </a:r>
          </a:p>
          <a:p>
            <a:r>
              <a:rPr lang="en-US" sz="1000" dirty="0" smtClean="0"/>
              <a:t>	- IP </a:t>
            </a:r>
            <a:r>
              <a:rPr lang="en-US" sz="1000" dirty="0"/>
              <a:t>Server &amp; Router: </a:t>
            </a:r>
            <a:r>
              <a:rPr lang="en-US" sz="1000" dirty="0" err="1"/>
              <a:t>Berikan</a:t>
            </a:r>
            <a:r>
              <a:rPr lang="en-US" sz="1000" dirty="0"/>
              <a:t> IP </a:t>
            </a:r>
            <a:r>
              <a:rPr lang="en-US" sz="1000" dirty="0" err="1"/>
              <a:t>Statis</a:t>
            </a:r>
            <a:r>
              <a:rPr lang="en-US" sz="1000" dirty="0"/>
              <a:t>. </a:t>
            </a:r>
          </a:p>
          <a:p>
            <a:r>
              <a:rPr lang="en-US" sz="1000" dirty="0"/>
              <a:t>3. </a:t>
            </a:r>
            <a:r>
              <a:rPr lang="en-US" sz="1000" dirty="0" err="1"/>
              <a:t>Konfigurasi</a:t>
            </a:r>
            <a:r>
              <a:rPr lang="en-US" sz="1000" dirty="0"/>
              <a:t> Routing (PENTING)</a:t>
            </a:r>
          </a:p>
          <a:p>
            <a:r>
              <a:rPr lang="en-US" sz="1000" dirty="0" smtClean="0"/>
              <a:t>	LAN </a:t>
            </a:r>
            <a:r>
              <a:rPr lang="en-US" sz="1000" dirty="0"/>
              <a:t>1 </a:t>
            </a:r>
            <a:r>
              <a:rPr lang="en-US" sz="1000" dirty="0" err="1"/>
              <a:t>dan</a:t>
            </a:r>
            <a:r>
              <a:rPr lang="en-US" sz="1000" dirty="0"/>
              <a:t> LAN 2 </a:t>
            </a:r>
            <a:r>
              <a:rPr lang="en-US" sz="1000" dirty="0" err="1" smtClean="0"/>
              <a:t>lakukan</a:t>
            </a:r>
            <a:r>
              <a:rPr lang="en-US" sz="1000" dirty="0" smtClean="0"/>
              <a:t> </a:t>
            </a:r>
            <a:r>
              <a:rPr lang="en-US" sz="1000" dirty="0" err="1" smtClean="0"/>
              <a:t>saling</a:t>
            </a:r>
            <a:r>
              <a:rPr lang="en-US" sz="1000" dirty="0" smtClean="0"/>
              <a:t> </a:t>
            </a:r>
            <a:r>
              <a:rPr lang="en-US" sz="1000" dirty="0"/>
              <a:t>ping, </a:t>
            </a:r>
            <a:r>
              <a:rPr lang="en-US" sz="1000" dirty="0" err="1"/>
              <a:t>konfigurasikan</a:t>
            </a:r>
            <a:r>
              <a:rPr lang="en-US" sz="1000" dirty="0"/>
              <a:t> routing di </a:t>
            </a:r>
            <a:r>
              <a:rPr lang="en-US" sz="1000" dirty="0" err="1"/>
              <a:t>kedua</a:t>
            </a:r>
            <a:r>
              <a:rPr lang="en-US" sz="1000" dirty="0"/>
              <a:t> router. </a:t>
            </a:r>
          </a:p>
          <a:p>
            <a:r>
              <a:rPr lang="en-US" sz="1000" dirty="0" err="1" smtClean="0"/>
              <a:t>Contoh</a:t>
            </a:r>
            <a:r>
              <a:rPr lang="en-US" sz="1000" dirty="0" smtClean="0"/>
              <a:t> </a:t>
            </a:r>
            <a:r>
              <a:rPr lang="en-US" sz="1000" dirty="0"/>
              <a:t>Static Route:</a:t>
            </a:r>
          </a:p>
          <a:p>
            <a:r>
              <a:rPr lang="en-US" sz="1000" dirty="0"/>
              <a:t>Router 1: </a:t>
            </a:r>
            <a:r>
              <a:rPr lang="en-US" sz="1000" dirty="0" err="1"/>
              <a:t>ip</a:t>
            </a:r>
            <a:r>
              <a:rPr lang="en-US" sz="1000" dirty="0"/>
              <a:t> route 192.168.2.0 255.255.255.0 10.10.10.2</a:t>
            </a:r>
          </a:p>
          <a:p>
            <a:r>
              <a:rPr lang="en-US" sz="1000" dirty="0"/>
              <a:t>Router 2: </a:t>
            </a:r>
            <a:r>
              <a:rPr lang="en-US" sz="1000" dirty="0" err="1"/>
              <a:t>ip</a:t>
            </a:r>
            <a:r>
              <a:rPr lang="en-US" sz="1000" dirty="0"/>
              <a:t> route 192.168.1.0 255.255.255.0 10.10.10.1</a:t>
            </a:r>
          </a:p>
          <a:p>
            <a:r>
              <a:rPr lang="en-US" sz="1000" dirty="0" smtClean="0"/>
              <a:t>4</a:t>
            </a:r>
            <a:r>
              <a:rPr lang="en-US" sz="1000" dirty="0"/>
              <a:t>. </a:t>
            </a:r>
            <a:r>
              <a:rPr lang="en-US" sz="1000" dirty="0" err="1"/>
              <a:t>Konfigurasi</a:t>
            </a:r>
            <a:r>
              <a:rPr lang="en-US" sz="1000" dirty="0"/>
              <a:t> Server</a:t>
            </a:r>
          </a:p>
          <a:p>
            <a:r>
              <a:rPr lang="en-US" sz="1000" dirty="0"/>
              <a:t>DHCP Server:</a:t>
            </a:r>
          </a:p>
          <a:p>
            <a:r>
              <a:rPr lang="en-US" sz="1000" dirty="0"/>
              <a:t>	</a:t>
            </a:r>
            <a:r>
              <a:rPr lang="en-US" sz="1000" dirty="0" err="1"/>
              <a:t>Aktifkan</a:t>
            </a:r>
            <a:r>
              <a:rPr lang="en-US" sz="1000" dirty="0"/>
              <a:t> Service DHCP.</a:t>
            </a:r>
          </a:p>
          <a:p>
            <a:r>
              <a:rPr lang="en-US" sz="1000" dirty="0"/>
              <a:t>	Isi Default Gateway, DNS Server, </a:t>
            </a:r>
            <a:r>
              <a:rPr lang="en-US" sz="1000" dirty="0" err="1"/>
              <a:t>dan</a:t>
            </a:r>
            <a:r>
              <a:rPr lang="en-US" sz="1000" dirty="0"/>
              <a:t> Start IP Address.</a:t>
            </a:r>
          </a:p>
          <a:p>
            <a:r>
              <a:rPr lang="en-US" sz="1000" dirty="0"/>
              <a:t>	</a:t>
            </a:r>
            <a:r>
              <a:rPr lang="en-US" sz="1000" dirty="0" err="1"/>
              <a:t>Atur</a:t>
            </a:r>
            <a:r>
              <a:rPr lang="en-US" sz="1000" dirty="0"/>
              <a:t> PC </a:t>
            </a:r>
            <a:r>
              <a:rPr lang="en-US" sz="1000" dirty="0" err="1"/>
              <a:t>klien</a:t>
            </a:r>
            <a:r>
              <a:rPr lang="en-US" sz="1000" dirty="0"/>
              <a:t> </a:t>
            </a:r>
            <a:r>
              <a:rPr lang="en-US" sz="1000" dirty="0" err="1"/>
              <a:t>untuk</a:t>
            </a:r>
            <a:r>
              <a:rPr lang="en-US" sz="1000" dirty="0"/>
              <a:t> </a:t>
            </a:r>
            <a:r>
              <a:rPr lang="en-US" sz="1000" dirty="0" err="1"/>
              <a:t>menerima</a:t>
            </a:r>
            <a:r>
              <a:rPr lang="en-US" sz="1000" dirty="0"/>
              <a:t> IP </a:t>
            </a:r>
            <a:r>
              <a:rPr lang="en-US" sz="1000" dirty="0" err="1"/>
              <a:t>otomatis</a:t>
            </a:r>
            <a:r>
              <a:rPr lang="en-US" sz="1000" dirty="0"/>
              <a:t> (DHCP).</a:t>
            </a:r>
          </a:p>
          <a:p>
            <a:r>
              <a:rPr lang="en-US" sz="1000" dirty="0"/>
              <a:t>DNS Server:</a:t>
            </a:r>
          </a:p>
          <a:p>
            <a:r>
              <a:rPr lang="en-US" sz="1000" dirty="0"/>
              <a:t>	</a:t>
            </a:r>
            <a:r>
              <a:rPr lang="en-US" sz="1000" dirty="0" err="1"/>
              <a:t>Aktifkan</a:t>
            </a:r>
            <a:r>
              <a:rPr lang="en-US" sz="1000" dirty="0"/>
              <a:t> Service DNS.</a:t>
            </a:r>
          </a:p>
          <a:p>
            <a:r>
              <a:rPr lang="en-US" sz="1000" dirty="0"/>
              <a:t>	</a:t>
            </a:r>
            <a:r>
              <a:rPr lang="en-US" sz="1000" dirty="0" err="1"/>
              <a:t>Tambahkan</a:t>
            </a:r>
            <a:r>
              <a:rPr lang="en-US" sz="1000" dirty="0"/>
              <a:t> </a:t>
            </a:r>
            <a:r>
              <a:rPr lang="en-US" sz="1000" dirty="0" err="1"/>
              <a:t>nama</a:t>
            </a:r>
            <a:r>
              <a:rPr lang="en-US" sz="1000" dirty="0"/>
              <a:t> domain (web1: www.smkn1-balige.net; web2: www.sman1-balige.net </a:t>
            </a:r>
            <a:r>
              <a:rPr lang="en-US" sz="1000" dirty="0" err="1"/>
              <a:t>dan</a:t>
            </a:r>
            <a:r>
              <a:rPr lang="en-US" sz="1000" dirty="0"/>
              <a:t> </a:t>
            </a:r>
            <a:r>
              <a:rPr lang="en-US" sz="1000" dirty="0" err="1"/>
              <a:t>arahkan</a:t>
            </a:r>
            <a:r>
              <a:rPr lang="en-US" sz="1000" dirty="0"/>
              <a:t> </a:t>
            </a:r>
            <a:r>
              <a:rPr lang="en-US" sz="1000" dirty="0" err="1"/>
              <a:t>ke</a:t>
            </a:r>
            <a:r>
              <a:rPr lang="en-US" sz="1000" dirty="0"/>
              <a:t> IP Web Server.</a:t>
            </a:r>
          </a:p>
          <a:p>
            <a:r>
              <a:rPr lang="en-US" sz="1000" dirty="0"/>
              <a:t>Web Server (HTTP):</a:t>
            </a:r>
          </a:p>
          <a:p>
            <a:r>
              <a:rPr lang="en-US" sz="1000" dirty="0"/>
              <a:t>	</a:t>
            </a:r>
            <a:r>
              <a:rPr lang="en-US" sz="1000" dirty="0" err="1"/>
              <a:t>Aktifkan</a:t>
            </a:r>
            <a:r>
              <a:rPr lang="en-US" sz="1000" dirty="0"/>
              <a:t> Service HTTP/HTTPS.</a:t>
            </a:r>
          </a:p>
          <a:p>
            <a:r>
              <a:rPr lang="en-US" sz="1000" dirty="0"/>
              <a:t>	Edit file index.html </a:t>
            </a:r>
            <a:r>
              <a:rPr lang="en-US" sz="1000" dirty="0" err="1"/>
              <a:t>untuk</a:t>
            </a:r>
            <a:r>
              <a:rPr lang="en-US" sz="1000" dirty="0"/>
              <a:t> </a:t>
            </a:r>
            <a:r>
              <a:rPr lang="en-US" sz="1000" dirty="0" err="1"/>
              <a:t>tampilan</a:t>
            </a:r>
            <a:r>
              <a:rPr lang="en-US" sz="1000" dirty="0"/>
              <a:t> web </a:t>
            </a:r>
            <a:r>
              <a:rPr lang="en-US" sz="1000" dirty="0" err="1"/>
              <a:t>masing-masing</a:t>
            </a:r>
            <a:r>
              <a:rPr lang="en-US" sz="1000" dirty="0"/>
              <a:t> web: </a:t>
            </a:r>
            <a:r>
              <a:rPr lang="en-US" sz="1000" dirty="0" err="1"/>
              <a:t>Selamat</a:t>
            </a:r>
            <a:r>
              <a:rPr lang="en-US" sz="1000" dirty="0"/>
              <a:t> dating di www.smkn1-balige.net; web2: 	www.sman1-balige.net .</a:t>
            </a:r>
          </a:p>
          <a:p>
            <a:r>
              <a:rPr lang="en-US" sz="1000" dirty="0"/>
              <a:t>Mail Server (SMTP/POP3):</a:t>
            </a:r>
          </a:p>
          <a:p>
            <a:r>
              <a:rPr lang="en-US" sz="1000" dirty="0"/>
              <a:t>	</a:t>
            </a:r>
            <a:r>
              <a:rPr lang="en-US" sz="1000" dirty="0" err="1"/>
              <a:t>Aktifkan</a:t>
            </a:r>
            <a:r>
              <a:rPr lang="en-US" sz="1000" dirty="0"/>
              <a:t> Service Email.</a:t>
            </a:r>
          </a:p>
          <a:p>
            <a:r>
              <a:rPr lang="en-US" sz="1000" dirty="0"/>
              <a:t>	</a:t>
            </a:r>
            <a:r>
              <a:rPr lang="en-US" sz="1000" dirty="0" err="1"/>
              <a:t>Tambahkan</a:t>
            </a:r>
            <a:r>
              <a:rPr lang="en-US" sz="1000" dirty="0"/>
              <a:t> </a:t>
            </a:r>
            <a:r>
              <a:rPr lang="en-US" sz="1000" dirty="0" err="1"/>
              <a:t>nama</a:t>
            </a:r>
            <a:r>
              <a:rPr lang="en-US" sz="1000" dirty="0"/>
              <a:t> domain (</a:t>
            </a:r>
            <a:r>
              <a:rPr lang="en-US" sz="1000" dirty="0" err="1"/>
              <a:t>contoh</a:t>
            </a:r>
            <a:r>
              <a:rPr lang="en-US" sz="1000" dirty="0"/>
              <a:t>: mail.net).</a:t>
            </a:r>
          </a:p>
          <a:p>
            <a:r>
              <a:rPr lang="en-US" sz="1000" dirty="0" err="1"/>
              <a:t>Buat</a:t>
            </a:r>
            <a:r>
              <a:rPr lang="en-US" sz="1000" dirty="0"/>
              <a:t> User </a:t>
            </a:r>
            <a:r>
              <a:rPr lang="en-US" sz="1000" dirty="0" err="1"/>
              <a:t>dan</a:t>
            </a:r>
            <a:r>
              <a:rPr lang="en-US" sz="1000" dirty="0"/>
              <a:t> Password </a:t>
            </a:r>
            <a:r>
              <a:rPr lang="en-US" sz="1000" dirty="0" err="1"/>
              <a:t>untuk</a:t>
            </a:r>
            <a:r>
              <a:rPr lang="en-US" sz="1000" dirty="0"/>
              <a:t> client:123. </a:t>
            </a:r>
          </a:p>
          <a:p>
            <a:r>
              <a:rPr lang="en-US" sz="1000" dirty="0"/>
              <a:t>5. </a:t>
            </a:r>
            <a:r>
              <a:rPr lang="en-US" sz="1000" dirty="0" err="1"/>
              <a:t>Pengujian</a:t>
            </a:r>
            <a:r>
              <a:rPr lang="en-US" sz="1000" dirty="0"/>
              <a:t> (Testing)</a:t>
            </a:r>
          </a:p>
          <a:p>
            <a:r>
              <a:rPr lang="en-US" sz="1000" dirty="0" err="1"/>
              <a:t>Pastikan</a:t>
            </a:r>
            <a:r>
              <a:rPr lang="en-US" sz="1000" dirty="0"/>
              <a:t> </a:t>
            </a:r>
            <a:r>
              <a:rPr lang="en-US" sz="1000" dirty="0" err="1"/>
              <a:t>semua</a:t>
            </a:r>
            <a:r>
              <a:rPr lang="en-US" sz="1000" dirty="0"/>
              <a:t> server </a:t>
            </a:r>
            <a:r>
              <a:rPr lang="en-US" sz="1000" dirty="0" err="1"/>
              <a:t>dapat</a:t>
            </a:r>
            <a:r>
              <a:rPr lang="en-US" sz="1000" dirty="0"/>
              <a:t> di-ping </a:t>
            </a:r>
            <a:r>
              <a:rPr lang="en-US" sz="1000" dirty="0" err="1"/>
              <a:t>dari</a:t>
            </a:r>
            <a:r>
              <a:rPr lang="en-US" sz="1000" dirty="0"/>
              <a:t> client.</a:t>
            </a:r>
          </a:p>
          <a:p>
            <a:r>
              <a:rPr lang="en-US" sz="1000" dirty="0" err="1"/>
              <a:t>Buka</a:t>
            </a:r>
            <a:r>
              <a:rPr lang="en-US" sz="1000" dirty="0"/>
              <a:t> Web Browser di PC client, </a:t>
            </a:r>
            <a:r>
              <a:rPr lang="en-US" sz="1000" dirty="0" err="1"/>
              <a:t>akses</a:t>
            </a:r>
            <a:r>
              <a:rPr lang="en-US" sz="1000" dirty="0"/>
              <a:t> web1: www.smkn1-balige.net; web2: www.sman1-balige.net.</a:t>
            </a:r>
          </a:p>
          <a:p>
            <a:r>
              <a:rPr lang="en-US" sz="1000" dirty="0" err="1"/>
              <a:t>Konfigurasi</a:t>
            </a:r>
            <a:r>
              <a:rPr lang="en-US" sz="1000" dirty="0"/>
              <a:t> Email client di PC, </a:t>
            </a:r>
            <a:r>
              <a:rPr lang="en-US" sz="1000" dirty="0" err="1"/>
              <a:t>kirim</a:t>
            </a:r>
            <a:r>
              <a:rPr lang="en-US" sz="1000" dirty="0"/>
              <a:t> email </a:t>
            </a:r>
            <a:r>
              <a:rPr lang="en-US" sz="1000" dirty="0" err="1"/>
              <a:t>antarpengguna</a:t>
            </a:r>
            <a:r>
              <a:rPr lang="en-US" sz="1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5652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6172" y="240514"/>
            <a:ext cx="1163896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Contoh</a:t>
            </a:r>
            <a:r>
              <a:rPr lang="en-US" sz="1200" dirty="0" smtClean="0"/>
              <a:t> </a:t>
            </a:r>
            <a:r>
              <a:rPr lang="en-US" sz="1200" dirty="0"/>
              <a:t>Static Route:</a:t>
            </a:r>
          </a:p>
          <a:p>
            <a:r>
              <a:rPr lang="en-US" sz="1200" dirty="0" smtClean="0"/>
              <a:t>	Router </a:t>
            </a:r>
            <a:r>
              <a:rPr lang="en-US" sz="1200" dirty="0"/>
              <a:t>1: </a:t>
            </a:r>
            <a:r>
              <a:rPr lang="en-US" sz="1200" dirty="0" err="1"/>
              <a:t>ip</a:t>
            </a:r>
            <a:r>
              <a:rPr lang="en-US" sz="1200" dirty="0"/>
              <a:t> route 192.168.2.0 255.255.255.0 10.10.10.2</a:t>
            </a:r>
          </a:p>
          <a:p>
            <a:r>
              <a:rPr lang="en-US" sz="1200" dirty="0" smtClean="0"/>
              <a:t>	Router </a:t>
            </a:r>
            <a:r>
              <a:rPr lang="en-US" sz="1200" dirty="0"/>
              <a:t>2: </a:t>
            </a:r>
            <a:r>
              <a:rPr lang="en-US" sz="1200" dirty="0" err="1"/>
              <a:t>ip</a:t>
            </a:r>
            <a:r>
              <a:rPr lang="en-US" sz="1200" dirty="0"/>
              <a:t> route 192.168.1.0 255.255.255.0 10.10.10.1</a:t>
            </a:r>
          </a:p>
          <a:p>
            <a:r>
              <a:rPr lang="en-US" sz="1200" dirty="0"/>
              <a:t>4. </a:t>
            </a:r>
            <a:r>
              <a:rPr lang="en-US" sz="1200" dirty="0" err="1"/>
              <a:t>Konfigurasi</a:t>
            </a:r>
            <a:r>
              <a:rPr lang="en-US" sz="1200" dirty="0"/>
              <a:t> Server</a:t>
            </a:r>
          </a:p>
          <a:p>
            <a:r>
              <a:rPr lang="en-US" sz="1200" dirty="0"/>
              <a:t>DHCP Server:</a:t>
            </a:r>
          </a:p>
          <a:p>
            <a:r>
              <a:rPr lang="en-US" sz="1200" dirty="0" smtClean="0"/>
              <a:t>	</a:t>
            </a:r>
            <a:r>
              <a:rPr lang="en-US" sz="1200" dirty="0" err="1" smtClean="0"/>
              <a:t>Aktifkan</a:t>
            </a:r>
            <a:r>
              <a:rPr lang="en-US" sz="1200" dirty="0" smtClean="0"/>
              <a:t> </a:t>
            </a:r>
            <a:r>
              <a:rPr lang="en-US" sz="1200" dirty="0"/>
              <a:t>Service DHCP.</a:t>
            </a:r>
          </a:p>
          <a:p>
            <a:r>
              <a:rPr lang="en-US" sz="1200" dirty="0" smtClean="0"/>
              <a:t>	Isi </a:t>
            </a:r>
            <a:r>
              <a:rPr lang="en-US" sz="1200" dirty="0"/>
              <a:t>Default Gateway, DNS Server, </a:t>
            </a:r>
            <a:r>
              <a:rPr lang="en-US" sz="1200" dirty="0" err="1"/>
              <a:t>dan</a:t>
            </a:r>
            <a:r>
              <a:rPr lang="en-US" sz="1200" dirty="0"/>
              <a:t> Start IP Address.</a:t>
            </a:r>
          </a:p>
          <a:p>
            <a:r>
              <a:rPr lang="en-US" sz="1200" dirty="0" smtClean="0"/>
              <a:t>	</a:t>
            </a:r>
            <a:r>
              <a:rPr lang="en-US" sz="1200" dirty="0" err="1" smtClean="0"/>
              <a:t>Atur</a:t>
            </a:r>
            <a:r>
              <a:rPr lang="en-US" sz="1200" dirty="0" smtClean="0"/>
              <a:t> </a:t>
            </a:r>
            <a:r>
              <a:rPr lang="en-US" sz="1200" dirty="0"/>
              <a:t>PC </a:t>
            </a:r>
            <a:r>
              <a:rPr lang="en-US" sz="1200" dirty="0" err="1"/>
              <a:t>klien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menerima</a:t>
            </a:r>
            <a:r>
              <a:rPr lang="en-US" sz="1200" dirty="0"/>
              <a:t> IP </a:t>
            </a:r>
            <a:r>
              <a:rPr lang="en-US" sz="1200" dirty="0" err="1"/>
              <a:t>otomatis</a:t>
            </a:r>
            <a:r>
              <a:rPr lang="en-US" sz="1200" dirty="0"/>
              <a:t> (DHCP).</a:t>
            </a:r>
          </a:p>
          <a:p>
            <a:r>
              <a:rPr lang="en-US" sz="1200" dirty="0"/>
              <a:t>DNS Server:</a:t>
            </a:r>
          </a:p>
          <a:p>
            <a:r>
              <a:rPr lang="en-US" sz="1200" dirty="0" smtClean="0"/>
              <a:t>	</a:t>
            </a:r>
            <a:r>
              <a:rPr lang="en-US" sz="1200" dirty="0" err="1" smtClean="0"/>
              <a:t>Aktifkan</a:t>
            </a:r>
            <a:r>
              <a:rPr lang="en-US" sz="1200" dirty="0" smtClean="0"/>
              <a:t> </a:t>
            </a:r>
            <a:r>
              <a:rPr lang="en-US" sz="1200" dirty="0"/>
              <a:t>Service DNS.</a:t>
            </a:r>
          </a:p>
          <a:p>
            <a:r>
              <a:rPr lang="en-US" sz="1200" dirty="0" smtClean="0"/>
              <a:t>	</a:t>
            </a:r>
            <a:r>
              <a:rPr lang="en-US" sz="1200" dirty="0" err="1" smtClean="0"/>
              <a:t>Tambahkan</a:t>
            </a:r>
            <a:r>
              <a:rPr lang="en-US" sz="1200" dirty="0" smtClean="0"/>
              <a:t> </a:t>
            </a:r>
            <a:r>
              <a:rPr lang="en-US" sz="1200" dirty="0" err="1"/>
              <a:t>nama</a:t>
            </a:r>
            <a:r>
              <a:rPr lang="en-US" sz="1200" dirty="0"/>
              <a:t> domain </a:t>
            </a:r>
            <a:r>
              <a:rPr lang="en-US" sz="1200" dirty="0" smtClean="0"/>
              <a:t>(web1: www.smkn1-balige.net; web2: www.sman1-balige.net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arahkan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IP Web Server.</a:t>
            </a:r>
          </a:p>
          <a:p>
            <a:r>
              <a:rPr lang="en-US" sz="1200" dirty="0"/>
              <a:t>Web Server (HTTP):</a:t>
            </a:r>
          </a:p>
          <a:p>
            <a:r>
              <a:rPr lang="en-US" sz="1200" dirty="0" smtClean="0"/>
              <a:t>	</a:t>
            </a:r>
            <a:r>
              <a:rPr lang="en-US" sz="1200" dirty="0" err="1" smtClean="0"/>
              <a:t>Aktifkan</a:t>
            </a:r>
            <a:r>
              <a:rPr lang="en-US" sz="1200" dirty="0" smtClean="0"/>
              <a:t> </a:t>
            </a:r>
            <a:r>
              <a:rPr lang="en-US" sz="1200" dirty="0"/>
              <a:t>Service HTTP/HTTPS.</a:t>
            </a:r>
          </a:p>
          <a:p>
            <a:r>
              <a:rPr lang="en-US" sz="1200" dirty="0" smtClean="0"/>
              <a:t>	Edit </a:t>
            </a:r>
            <a:r>
              <a:rPr lang="en-US" sz="1200" dirty="0"/>
              <a:t>file index.html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tampilan</a:t>
            </a:r>
            <a:r>
              <a:rPr lang="en-US" sz="1200" dirty="0"/>
              <a:t> </a:t>
            </a:r>
            <a:r>
              <a:rPr lang="en-US" sz="1200" dirty="0" smtClean="0"/>
              <a:t>web </a:t>
            </a:r>
            <a:r>
              <a:rPr lang="en-US" sz="1200" dirty="0" err="1" smtClean="0"/>
              <a:t>masing-masing</a:t>
            </a:r>
            <a:r>
              <a:rPr lang="en-US" sz="1200" dirty="0" smtClean="0"/>
              <a:t> web: </a:t>
            </a:r>
            <a:r>
              <a:rPr lang="en-US" sz="1200" dirty="0" err="1" smtClean="0"/>
              <a:t>Selamat</a:t>
            </a:r>
            <a:r>
              <a:rPr lang="en-US" sz="1200" dirty="0" smtClean="0"/>
              <a:t> dating di </a:t>
            </a:r>
            <a:r>
              <a:rPr lang="en-US" sz="1200" dirty="0"/>
              <a:t>www.smkn1-balige.net; web2: </a:t>
            </a:r>
            <a:r>
              <a:rPr lang="en-US" sz="1200" dirty="0" smtClean="0"/>
              <a:t>	www.sman1-balige.net .</a:t>
            </a:r>
            <a:endParaRPr lang="en-US" sz="1200" dirty="0"/>
          </a:p>
          <a:p>
            <a:r>
              <a:rPr lang="en-US" sz="1200" dirty="0"/>
              <a:t>Mail Server (SMTP/POP3):</a:t>
            </a:r>
          </a:p>
          <a:p>
            <a:r>
              <a:rPr lang="en-US" sz="1200" dirty="0" smtClean="0"/>
              <a:t>	</a:t>
            </a:r>
            <a:r>
              <a:rPr lang="en-US" sz="1200" dirty="0" err="1" smtClean="0"/>
              <a:t>Aktifkan</a:t>
            </a:r>
            <a:r>
              <a:rPr lang="en-US" sz="1200" dirty="0" smtClean="0"/>
              <a:t> </a:t>
            </a:r>
            <a:r>
              <a:rPr lang="en-US" sz="1200" dirty="0"/>
              <a:t>Service Email.</a:t>
            </a:r>
          </a:p>
          <a:p>
            <a:r>
              <a:rPr lang="en-US" sz="1200" dirty="0" smtClean="0"/>
              <a:t>	</a:t>
            </a:r>
            <a:r>
              <a:rPr lang="en-US" sz="1200" dirty="0" err="1" smtClean="0"/>
              <a:t>Tambahkan</a:t>
            </a:r>
            <a:r>
              <a:rPr lang="en-US" sz="1200" dirty="0" smtClean="0"/>
              <a:t> </a:t>
            </a:r>
            <a:r>
              <a:rPr lang="en-US" sz="1200" dirty="0" err="1"/>
              <a:t>nama</a:t>
            </a:r>
            <a:r>
              <a:rPr lang="en-US" sz="1200" dirty="0"/>
              <a:t> domain (</a:t>
            </a:r>
            <a:r>
              <a:rPr lang="en-US" sz="1200" dirty="0" err="1"/>
              <a:t>contoh</a:t>
            </a:r>
            <a:r>
              <a:rPr lang="en-US" sz="1200" dirty="0"/>
              <a:t>: </a:t>
            </a:r>
            <a:r>
              <a:rPr lang="en-US" sz="1200" dirty="0" smtClean="0"/>
              <a:t>mail.net).</a:t>
            </a:r>
            <a:endParaRPr lang="en-US" sz="1200" dirty="0"/>
          </a:p>
          <a:p>
            <a:r>
              <a:rPr lang="en-US" sz="1200" dirty="0" err="1"/>
              <a:t>Buat</a:t>
            </a:r>
            <a:r>
              <a:rPr lang="en-US" sz="1200" dirty="0"/>
              <a:t> User </a:t>
            </a:r>
            <a:r>
              <a:rPr lang="en-US" sz="1200" dirty="0" err="1"/>
              <a:t>dan</a:t>
            </a:r>
            <a:r>
              <a:rPr lang="en-US" sz="1200" dirty="0"/>
              <a:t> Password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smtClean="0"/>
              <a:t>client:123. </a:t>
            </a:r>
            <a:endParaRPr lang="en-US" sz="1200" dirty="0"/>
          </a:p>
          <a:p>
            <a:r>
              <a:rPr lang="en-US" sz="1200" dirty="0"/>
              <a:t>5. </a:t>
            </a:r>
            <a:r>
              <a:rPr lang="en-US" sz="1200" dirty="0" err="1"/>
              <a:t>Pengujian</a:t>
            </a:r>
            <a:r>
              <a:rPr lang="en-US" sz="1200" dirty="0"/>
              <a:t> (Testing)</a:t>
            </a:r>
          </a:p>
          <a:p>
            <a:r>
              <a:rPr lang="en-US" sz="1200" dirty="0" err="1"/>
              <a:t>Pastikan</a:t>
            </a:r>
            <a:r>
              <a:rPr lang="en-US" sz="1200" dirty="0"/>
              <a:t> </a:t>
            </a:r>
            <a:r>
              <a:rPr lang="en-US" sz="1200" dirty="0" err="1"/>
              <a:t>semua</a:t>
            </a:r>
            <a:r>
              <a:rPr lang="en-US" sz="1200" dirty="0"/>
              <a:t> server </a:t>
            </a:r>
            <a:r>
              <a:rPr lang="en-US" sz="1200" dirty="0" err="1"/>
              <a:t>dapat</a:t>
            </a:r>
            <a:r>
              <a:rPr lang="en-US" sz="1200" dirty="0"/>
              <a:t> di-ping </a:t>
            </a:r>
            <a:r>
              <a:rPr lang="en-US" sz="1200" dirty="0" err="1"/>
              <a:t>dari</a:t>
            </a:r>
            <a:r>
              <a:rPr lang="en-US" sz="1200" dirty="0"/>
              <a:t> client.</a:t>
            </a:r>
          </a:p>
          <a:p>
            <a:r>
              <a:rPr lang="en-US" sz="1200" dirty="0" err="1"/>
              <a:t>Buka</a:t>
            </a:r>
            <a:r>
              <a:rPr lang="en-US" sz="1200" dirty="0"/>
              <a:t> Web Browser di PC client, </a:t>
            </a:r>
            <a:r>
              <a:rPr lang="en-US" sz="1200" dirty="0" err="1"/>
              <a:t>akses</a:t>
            </a:r>
            <a:r>
              <a:rPr lang="en-US" sz="1200" dirty="0"/>
              <a:t> web1: www.smkn1-balige.net; web2: www.sman1-balige.net</a:t>
            </a:r>
            <a:r>
              <a:rPr lang="en-US" sz="1200" dirty="0" smtClean="0"/>
              <a:t>.</a:t>
            </a:r>
            <a:endParaRPr lang="en-US" sz="1200" dirty="0"/>
          </a:p>
          <a:p>
            <a:r>
              <a:rPr lang="en-US" sz="1200" dirty="0" err="1"/>
              <a:t>Konfigurasi</a:t>
            </a:r>
            <a:r>
              <a:rPr lang="en-US" sz="1200" dirty="0"/>
              <a:t> Email client di PC, </a:t>
            </a:r>
            <a:r>
              <a:rPr lang="en-US" sz="1200" dirty="0" err="1"/>
              <a:t>kirim</a:t>
            </a:r>
            <a:r>
              <a:rPr lang="en-US" sz="1200" dirty="0"/>
              <a:t> email </a:t>
            </a:r>
            <a:r>
              <a:rPr lang="en-US" sz="1200" dirty="0" err="1"/>
              <a:t>antarpengguna</a:t>
            </a:r>
            <a:r>
              <a:rPr lang="en-US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7220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iga orang berbicara — Foto Stok © orlaimagen #6205769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197" y="1808970"/>
            <a:ext cx="4110803" cy="308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 rot="10800000">
            <a:off x="4086419" y="3508349"/>
            <a:ext cx="1807135" cy="15622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4"/>
          <p:cNvSpPr/>
          <p:nvPr/>
        </p:nvSpPr>
        <p:spPr>
          <a:xfrm>
            <a:off x="838200" y="5374342"/>
            <a:ext cx="9708776" cy="788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153" y="5451525"/>
            <a:ext cx="812987" cy="6345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54322" y="5728243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43517" y="5589744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9" name="Rectangle 8"/>
          <p:cNvSpPr/>
          <p:nvPr/>
        </p:nvSpPr>
        <p:spPr>
          <a:xfrm>
            <a:off x="8628682" y="5866743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36722" y="6005242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2214" y="6120658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3882" y="6251509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252788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7049</TotalTime>
  <Words>256</Words>
  <Application>Microsoft Office PowerPoint</Application>
  <PresentationFormat>Widescreen</PresentationFormat>
  <Paragraphs>88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맑은 고딕</vt:lpstr>
      <vt:lpstr>Arial</vt:lpstr>
      <vt:lpstr>Calibri</vt:lpstr>
      <vt:lpstr>Calibri Light</vt:lpstr>
      <vt:lpstr>Segoe UI Symbol</vt:lpstr>
      <vt:lpstr>Office Theme</vt:lpstr>
      <vt:lpstr>PowerPoint Presentation</vt:lpstr>
      <vt:lpstr>Jaringan WAN 4 Server DNS, WEB, MAIL, DHCP - Cisco Packet Tracer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pds</dc:title>
  <dc:creator>pds</dc:creator>
  <cp:lastModifiedBy>Gde</cp:lastModifiedBy>
  <cp:revision>80</cp:revision>
  <dcterms:created xsi:type="dcterms:W3CDTF">2022-08-25T13:17:53Z</dcterms:created>
  <dcterms:modified xsi:type="dcterms:W3CDTF">2026-04-20T00:45:14Z</dcterms:modified>
</cp:coreProperties>
</file>